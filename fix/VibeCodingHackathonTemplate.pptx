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Montserrat Bold" charset="1" panose="00000800000000000000"/>
      <p:regular r:id="rId13"/>
    </p:embeddedFont>
    <p:embeddedFont>
      <p:font typeface="Montserrat" charset="1" panose="000005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6000" y="648000"/>
            <a:ext cx="5128697" cy="1461679"/>
          </a:xfrm>
          <a:custGeom>
            <a:avLst/>
            <a:gdLst/>
            <a:ahLst/>
            <a:cxnLst/>
            <a:rect r="r" b="b" t="t" l="l"/>
            <a:pathLst>
              <a:path h="1461679" w="5128697">
                <a:moveTo>
                  <a:pt x="0" y="0"/>
                </a:moveTo>
                <a:lnTo>
                  <a:pt x="5128697" y="0"/>
                </a:lnTo>
                <a:lnTo>
                  <a:pt x="5128697" y="1461679"/>
                </a:lnTo>
                <a:lnTo>
                  <a:pt x="0" y="1461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096764" y="648000"/>
            <a:ext cx="2472138" cy="247213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9902" y="3777151"/>
            <a:ext cx="16928195" cy="2732699"/>
            <a:chOff x="0" y="0"/>
            <a:chExt cx="22570927" cy="364359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2193112" y="1815621"/>
              <a:ext cx="19114830" cy="18279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584"/>
                </a:lnSpc>
                <a:spcBef>
                  <a:spcPct val="0"/>
                </a:spcBef>
              </a:pPr>
              <a:r>
                <a:rPr lang="en-US" b="true" sz="8274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Vibe Coding Hackathon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80975"/>
              <a:ext cx="22570927" cy="21489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678"/>
                </a:lnSpc>
                <a:spcBef>
                  <a:spcPct val="0"/>
                </a:spcBef>
              </a:pPr>
              <a:r>
                <a:rPr lang="en-US" b="true" sz="977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AI-WEEK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44767" cy="10287000"/>
            <a:chOff x="0" y="0"/>
            <a:chExt cx="24326357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3613" cy="4806577"/>
            </a:xfrm>
            <a:custGeom>
              <a:avLst/>
              <a:gdLst/>
              <a:ahLst/>
              <a:cxnLst/>
              <a:rect r="r" b="b" t="t" l="l"/>
              <a:pathLst>
                <a:path h="4806577" w="5713613">
                  <a:moveTo>
                    <a:pt x="0" y="0"/>
                  </a:moveTo>
                  <a:lnTo>
                    <a:pt x="5713613" y="0"/>
                  </a:lnTo>
                  <a:lnTo>
                    <a:pt x="5713613" y="4806577"/>
                  </a:lnTo>
                  <a:lnTo>
                    <a:pt x="0" y="48065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10800000">
              <a:off x="18612744" y="8909423"/>
              <a:ext cx="5713613" cy="4806577"/>
            </a:xfrm>
            <a:custGeom>
              <a:avLst/>
              <a:gdLst/>
              <a:ahLst/>
              <a:cxnLst/>
              <a:rect r="r" b="b" t="t" l="l"/>
              <a:pathLst>
                <a:path h="4806577" w="5713613">
                  <a:moveTo>
                    <a:pt x="0" y="0"/>
                  </a:moveTo>
                  <a:lnTo>
                    <a:pt x="5713613" y="0"/>
                  </a:lnTo>
                  <a:lnTo>
                    <a:pt x="5713613" y="4806577"/>
                  </a:lnTo>
                  <a:lnTo>
                    <a:pt x="0" y="48065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5" id="5"/>
            <p:cNvGrpSpPr/>
            <p:nvPr/>
          </p:nvGrpSpPr>
          <p:grpSpPr>
            <a:xfrm rot="0">
              <a:off x="1352299" y="10744570"/>
              <a:ext cx="1599830" cy="1599830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D3CD3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371600" y="11101875"/>
              <a:ext cx="1485206" cy="8168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13"/>
                </a:lnSpc>
              </a:pPr>
              <a:r>
                <a:rPr lang="en-US" sz="3724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856806" y="1170111"/>
              <a:ext cx="6421978" cy="1233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42"/>
                </a:lnSpc>
                <a:spcBef>
                  <a:spcPct val="0"/>
                </a:spcBef>
              </a:pPr>
              <a:r>
                <a:rPr lang="en-US" b="true" sz="5602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Team Details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2952129" y="2667451"/>
              <a:ext cx="13331329" cy="16931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213"/>
                </a:lnSpc>
              </a:pPr>
              <a:r>
                <a:rPr lang="en-US" sz="372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Team Name:</a:t>
              </a:r>
            </a:p>
            <a:p>
              <a:pPr algn="just">
                <a:lnSpc>
                  <a:spcPts val="5213"/>
                </a:lnSpc>
                <a:spcBef>
                  <a:spcPct val="0"/>
                </a:spcBef>
              </a:pPr>
              <a:r>
                <a:rPr lang="en-US" sz="372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Team Member Name and Phone Number: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44767" cy="10287000"/>
            <a:chOff x="0" y="0"/>
            <a:chExt cx="24326357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3613" cy="4806577"/>
            </a:xfrm>
            <a:custGeom>
              <a:avLst/>
              <a:gdLst/>
              <a:ahLst/>
              <a:cxnLst/>
              <a:rect r="r" b="b" t="t" l="l"/>
              <a:pathLst>
                <a:path h="4806577" w="5713613">
                  <a:moveTo>
                    <a:pt x="0" y="0"/>
                  </a:moveTo>
                  <a:lnTo>
                    <a:pt x="5713613" y="0"/>
                  </a:lnTo>
                  <a:lnTo>
                    <a:pt x="5713613" y="4806577"/>
                  </a:lnTo>
                  <a:lnTo>
                    <a:pt x="0" y="48065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10800000">
              <a:off x="18612744" y="8909423"/>
              <a:ext cx="5713613" cy="4806577"/>
            </a:xfrm>
            <a:custGeom>
              <a:avLst/>
              <a:gdLst/>
              <a:ahLst/>
              <a:cxnLst/>
              <a:rect r="r" b="b" t="t" l="l"/>
              <a:pathLst>
                <a:path h="4806577" w="5713613">
                  <a:moveTo>
                    <a:pt x="0" y="0"/>
                  </a:moveTo>
                  <a:lnTo>
                    <a:pt x="5713613" y="0"/>
                  </a:lnTo>
                  <a:lnTo>
                    <a:pt x="5713613" y="4806577"/>
                  </a:lnTo>
                  <a:lnTo>
                    <a:pt x="0" y="48065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5" id="5"/>
            <p:cNvGrpSpPr/>
            <p:nvPr/>
          </p:nvGrpSpPr>
          <p:grpSpPr>
            <a:xfrm rot="0">
              <a:off x="1352299" y="10744570"/>
              <a:ext cx="1599830" cy="1599830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D3CD3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371600" y="11101875"/>
              <a:ext cx="1485206" cy="8168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13"/>
                </a:lnSpc>
              </a:pPr>
              <a:r>
                <a:rPr lang="en-US" sz="3724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856806" y="1170111"/>
              <a:ext cx="9774039" cy="1235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842"/>
                </a:lnSpc>
                <a:spcBef>
                  <a:spcPct val="0"/>
                </a:spcBef>
              </a:pPr>
              <a:r>
                <a:rPr lang="en-US" b="true" sz="5602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Problem Statement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44767" cy="10287000"/>
            <a:chOff x="0" y="0"/>
            <a:chExt cx="24326357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3613" cy="4806577"/>
            </a:xfrm>
            <a:custGeom>
              <a:avLst/>
              <a:gdLst/>
              <a:ahLst/>
              <a:cxnLst/>
              <a:rect r="r" b="b" t="t" l="l"/>
              <a:pathLst>
                <a:path h="4806577" w="5713613">
                  <a:moveTo>
                    <a:pt x="0" y="0"/>
                  </a:moveTo>
                  <a:lnTo>
                    <a:pt x="5713613" y="0"/>
                  </a:lnTo>
                  <a:lnTo>
                    <a:pt x="5713613" y="4806577"/>
                  </a:lnTo>
                  <a:lnTo>
                    <a:pt x="0" y="48065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10800000">
              <a:off x="18612744" y="8909423"/>
              <a:ext cx="5713613" cy="4806577"/>
            </a:xfrm>
            <a:custGeom>
              <a:avLst/>
              <a:gdLst/>
              <a:ahLst/>
              <a:cxnLst/>
              <a:rect r="r" b="b" t="t" l="l"/>
              <a:pathLst>
                <a:path h="4806577" w="5713613">
                  <a:moveTo>
                    <a:pt x="0" y="0"/>
                  </a:moveTo>
                  <a:lnTo>
                    <a:pt x="5713613" y="0"/>
                  </a:lnTo>
                  <a:lnTo>
                    <a:pt x="5713613" y="4806577"/>
                  </a:lnTo>
                  <a:lnTo>
                    <a:pt x="0" y="48065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5" id="5"/>
            <p:cNvGrpSpPr/>
            <p:nvPr/>
          </p:nvGrpSpPr>
          <p:grpSpPr>
            <a:xfrm rot="0">
              <a:off x="1352299" y="10744570"/>
              <a:ext cx="1599830" cy="1599830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D3CD3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371600" y="11101875"/>
              <a:ext cx="1485206" cy="8168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13"/>
                </a:lnSpc>
              </a:pPr>
              <a:r>
                <a:rPr lang="en-US" sz="3724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856806" y="1266825"/>
              <a:ext cx="9147969" cy="1235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842"/>
                </a:lnSpc>
                <a:spcBef>
                  <a:spcPct val="0"/>
                </a:spcBef>
              </a:pPr>
              <a:r>
                <a:rPr lang="en-US" b="true" sz="5602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Proposed Solution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44767" cy="10287000"/>
            <a:chOff x="0" y="0"/>
            <a:chExt cx="24326357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3613" cy="4806577"/>
            </a:xfrm>
            <a:custGeom>
              <a:avLst/>
              <a:gdLst/>
              <a:ahLst/>
              <a:cxnLst/>
              <a:rect r="r" b="b" t="t" l="l"/>
              <a:pathLst>
                <a:path h="4806577" w="5713613">
                  <a:moveTo>
                    <a:pt x="0" y="0"/>
                  </a:moveTo>
                  <a:lnTo>
                    <a:pt x="5713613" y="0"/>
                  </a:lnTo>
                  <a:lnTo>
                    <a:pt x="5713613" y="4806577"/>
                  </a:lnTo>
                  <a:lnTo>
                    <a:pt x="0" y="48065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10800000">
              <a:off x="18612744" y="8909423"/>
              <a:ext cx="5713613" cy="4806577"/>
            </a:xfrm>
            <a:custGeom>
              <a:avLst/>
              <a:gdLst/>
              <a:ahLst/>
              <a:cxnLst/>
              <a:rect r="r" b="b" t="t" l="l"/>
              <a:pathLst>
                <a:path h="4806577" w="5713613">
                  <a:moveTo>
                    <a:pt x="0" y="0"/>
                  </a:moveTo>
                  <a:lnTo>
                    <a:pt x="5713613" y="0"/>
                  </a:lnTo>
                  <a:lnTo>
                    <a:pt x="5713613" y="4806577"/>
                  </a:lnTo>
                  <a:lnTo>
                    <a:pt x="0" y="48065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5" id="5"/>
            <p:cNvGrpSpPr/>
            <p:nvPr/>
          </p:nvGrpSpPr>
          <p:grpSpPr>
            <a:xfrm rot="0">
              <a:off x="1352299" y="10744570"/>
              <a:ext cx="1599830" cy="1599830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D3CD3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371600" y="11101875"/>
              <a:ext cx="1485206" cy="8168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13"/>
                </a:lnSpc>
              </a:pPr>
              <a:r>
                <a:rPr lang="en-US" sz="3724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4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3012035" y="1266825"/>
              <a:ext cx="10165259" cy="12359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840"/>
                </a:lnSpc>
                <a:spcBef>
                  <a:spcPct val="0"/>
                </a:spcBef>
              </a:pPr>
              <a:r>
                <a:rPr lang="en-US" b="true" sz="56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System Architecture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44767" cy="10287000"/>
            <a:chOff x="0" y="0"/>
            <a:chExt cx="24326357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3613" cy="4806577"/>
            </a:xfrm>
            <a:custGeom>
              <a:avLst/>
              <a:gdLst/>
              <a:ahLst/>
              <a:cxnLst/>
              <a:rect r="r" b="b" t="t" l="l"/>
              <a:pathLst>
                <a:path h="4806577" w="5713613">
                  <a:moveTo>
                    <a:pt x="0" y="0"/>
                  </a:moveTo>
                  <a:lnTo>
                    <a:pt x="5713613" y="0"/>
                  </a:lnTo>
                  <a:lnTo>
                    <a:pt x="5713613" y="4806577"/>
                  </a:lnTo>
                  <a:lnTo>
                    <a:pt x="0" y="48065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10800000">
              <a:off x="18612744" y="8909423"/>
              <a:ext cx="5713613" cy="4806577"/>
            </a:xfrm>
            <a:custGeom>
              <a:avLst/>
              <a:gdLst/>
              <a:ahLst/>
              <a:cxnLst/>
              <a:rect r="r" b="b" t="t" l="l"/>
              <a:pathLst>
                <a:path h="4806577" w="5713613">
                  <a:moveTo>
                    <a:pt x="0" y="0"/>
                  </a:moveTo>
                  <a:lnTo>
                    <a:pt x="5713613" y="0"/>
                  </a:lnTo>
                  <a:lnTo>
                    <a:pt x="5713613" y="4806577"/>
                  </a:lnTo>
                  <a:lnTo>
                    <a:pt x="0" y="48065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5" id="5"/>
            <p:cNvGrpSpPr/>
            <p:nvPr/>
          </p:nvGrpSpPr>
          <p:grpSpPr>
            <a:xfrm rot="0">
              <a:off x="1352299" y="10744570"/>
              <a:ext cx="1599830" cy="1599830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D3CD3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371600" y="11101875"/>
              <a:ext cx="1485206" cy="8168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13"/>
                </a:lnSpc>
              </a:pPr>
              <a:r>
                <a:rPr lang="en-US" sz="3724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5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3012035" y="1266825"/>
              <a:ext cx="5403155" cy="12359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840"/>
                </a:lnSpc>
                <a:spcBef>
                  <a:spcPct val="0"/>
                </a:spcBef>
              </a:pPr>
              <a:r>
                <a:rPr lang="en-US" b="true" sz="56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Tech Stack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88220" y="3607991"/>
            <a:ext cx="12311559" cy="2747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50"/>
              </a:lnSpc>
            </a:pPr>
            <a:r>
              <a:rPr lang="en-US" sz="15922" b="true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DAHAoX3IpdQ</dc:identifier>
  <dcterms:modified xsi:type="dcterms:W3CDTF">2011-08-01T06:04:30Z</dcterms:modified>
  <cp:revision>1</cp:revision>
  <dc:title>VibeCodingHackathonTemplate</dc:title>
</cp:coreProperties>
</file>